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 and Social Reform</a:t>
            </a:r>
          </a:p>
          <a:p>
            <a:r>
              <a:t>in Rizal's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José Rizal</a:t>
            </a:r>
          </a:p>
          <a:p>
            <a:r>
              <a:t>Prepared by: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José Rizal?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National Hero of the Philippines</a:t>
            </a:r>
          </a:p>
          <a:p>
            <a:r>
              <a:rPr sz="1800"/>
              <a:t>• Writer, reformist, and intellectual</a:t>
            </a:r>
          </a:p>
          <a:p>
            <a:r>
              <a:rPr sz="1800"/>
              <a:t>• Believed education is the key to freedom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Rizal Valued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Education opens the mind</a:t>
            </a:r>
          </a:p>
          <a:p>
            <a:r>
              <a:rPr sz="1800"/>
              <a:t>• Helps people recognize injustice</a:t>
            </a:r>
          </a:p>
          <a:p>
            <a:r>
              <a:rPr sz="1800"/>
              <a:t>• Strengthens national identity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in Noli Me Tangere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Criticized friar-controlled education</a:t>
            </a:r>
          </a:p>
          <a:p>
            <a:r>
              <a:rPr sz="1800"/>
              <a:t>• Showed lack of freedom in learning</a:t>
            </a:r>
          </a:p>
          <a:p>
            <a:r>
              <a:rPr sz="1800"/>
              <a:t>• Promoted progressive education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in El Filibusterismo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Students demanded academic freedom</a:t>
            </a:r>
          </a:p>
          <a:p>
            <a:r>
              <a:rPr sz="1800"/>
              <a:t>• Showed discrimination in schools</a:t>
            </a:r>
          </a:p>
          <a:p>
            <a:r>
              <a:rPr sz="1800"/>
              <a:t>• Education seen as path to reform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Problems Shown in Rizal’s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Abuse of power</a:t>
            </a:r>
          </a:p>
          <a:p>
            <a:r>
              <a:rPr sz="1800"/>
              <a:t>• Social inequality</a:t>
            </a:r>
          </a:p>
          <a:p>
            <a:r>
              <a:rPr sz="1800"/>
              <a:t>• Lack of justice and freedom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Rizal’s Idea of Social Reform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Equal rights for all</a:t>
            </a:r>
          </a:p>
          <a:p>
            <a:r>
              <a:rPr sz="1800"/>
              <a:t>• Justice and fairness</a:t>
            </a:r>
          </a:p>
          <a:p>
            <a:r>
              <a:rPr sz="1800"/>
              <a:t>• Peaceful change, not violence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Youth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Youth are the hope of the nation</a:t>
            </a:r>
          </a:p>
          <a:p>
            <a:r>
              <a:rPr sz="1800"/>
              <a:t>• Education builds future leaders</a:t>
            </a:r>
          </a:p>
          <a:p>
            <a:r>
              <a:rPr sz="1800"/>
              <a:t>• Moral values are important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Writing Was Rizal’s Weapon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Exposed the truth</a:t>
            </a:r>
          </a:p>
          <a:p>
            <a:r>
              <a:rPr sz="1800"/>
              <a:t>• Awakened Filipino consciousness</a:t>
            </a:r>
          </a:p>
          <a:p>
            <a:r>
              <a:rPr sz="1800"/>
              <a:t>• Inspired unity and reform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Education is the foundation of reform</a:t>
            </a:r>
          </a:p>
          <a:p>
            <a:r>
              <a:rPr sz="1800"/>
              <a:t>• Rizal’s writings inspired change</a:t>
            </a:r>
          </a:p>
          <a:p>
            <a:r>
              <a:rPr sz="1800"/>
              <a:t>• His ideas are still relevant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